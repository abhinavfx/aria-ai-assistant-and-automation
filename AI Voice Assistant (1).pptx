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slideMasters/slideMaster1.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5.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7.xml.rels" ContentType="application/vnd.openxmlformats-package.relationships+xml"/>
  <Override PartName="/ppt/slideMasters/_rels/slideMaster24.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slideMaster14.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Lst>
  <p:sldIdLst>
    <p:sldId id="256" r:id="rId27"/>
    <p:sldId id="257" r:id="rId28"/>
    <p:sldId id="258" r:id="rId29"/>
    <p:sldId id="259" r:id="rId30"/>
    <p:sldId id="260" r:id="rId31"/>
    <p:sldId id="261" r:id="rId32"/>
    <p:sldId id="262" r:id="rId33"/>
    <p:sldId id="263" r:id="rId34"/>
    <p:sldId id="264" r:id="rId35"/>
    <p:sldId id="265" r:id="rId36"/>
    <p:sldId id="266" r:id="rId37"/>
    <p:sldId id="267" r:id="rId3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49"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5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54"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5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5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59"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 Id="rId4"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Google Shape;9;p2"/>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1" name="PlaceHolder 1"/>
          <p:cNvSpPr>
            <a:spLocks noGrp="1"/>
          </p:cNvSpPr>
          <p:nvPr>
            <p:ph type="title"/>
          </p:nvPr>
        </p:nvSpPr>
        <p:spPr>
          <a:xfrm>
            <a:off x="713160" y="1066680"/>
            <a:ext cx="5407560" cy="1662120"/>
          </a:xfrm>
          <a:prstGeom prst="rect">
            <a:avLst/>
          </a:prstGeom>
          <a:noFill/>
          <a:ln w="0">
            <a:noFill/>
          </a:ln>
        </p:spPr>
        <p:txBody>
          <a:bodyPr lIns="91440" rIns="91440" tIns="91440" bIns="91440" anchor="b">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Google Shape;48;p11"/>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6" name="PlaceHolder 1"/>
          <p:cNvSpPr>
            <a:spLocks noGrp="1"/>
          </p:cNvSpPr>
          <p:nvPr>
            <p:ph type="title"/>
          </p:nvPr>
        </p:nvSpPr>
        <p:spPr>
          <a:xfrm>
            <a:off x="1284120" y="1288080"/>
            <a:ext cx="6575760" cy="1526400"/>
          </a:xfrm>
          <a:prstGeom prst="rect">
            <a:avLst/>
          </a:prstGeom>
          <a:noFill/>
          <a:ln w="0">
            <a:noFill/>
          </a:ln>
        </p:spPr>
        <p:txBody>
          <a:bodyPr lIns="91440" rIns="91440" tIns="91440" bIns="91440" anchor="b">
            <a:noAutofit/>
          </a:bodyPr>
          <a:p>
            <a:pPr indent="0" algn="ctr">
              <a:lnSpc>
                <a:spcPct val="100000"/>
              </a:lnSpc>
              <a:buNone/>
            </a:pPr>
            <a:r>
              <a:rPr b="0" lang="fr-FR" sz="6000" spc="-1" strike="noStrike">
                <a:solidFill>
                  <a:schemeClr val="lt1"/>
                </a:solidFill>
                <a:latin typeface="Inter Medium"/>
                <a:ea typeface="Inter Medium"/>
              </a:rPr>
              <a:t>xx%</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 name="Google Shape;53;p13"/>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9" name="PlaceHolder 2"/>
          <p:cNvSpPr>
            <a:spLocks noGrp="1"/>
          </p:cNvSpPr>
          <p:nvPr>
            <p:ph type="title"/>
          </p:nvPr>
        </p:nvSpPr>
        <p:spPr>
          <a:xfrm>
            <a:off x="713160" y="1400760"/>
            <a:ext cx="5774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0" name="PlaceHolder 3"/>
          <p:cNvSpPr>
            <a:spLocks noGrp="1"/>
          </p:cNvSpPr>
          <p:nvPr>
            <p:ph type="title"/>
          </p:nvPr>
        </p:nvSpPr>
        <p:spPr>
          <a:xfrm>
            <a:off x="4223160" y="1400760"/>
            <a:ext cx="5756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1" name="PlaceHolder 4"/>
          <p:cNvSpPr>
            <a:spLocks noGrp="1"/>
          </p:cNvSpPr>
          <p:nvPr>
            <p:ph type="title"/>
          </p:nvPr>
        </p:nvSpPr>
        <p:spPr>
          <a:xfrm>
            <a:off x="713160" y="2472480"/>
            <a:ext cx="5774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2" name="PlaceHolder 5"/>
          <p:cNvSpPr>
            <a:spLocks noGrp="1"/>
          </p:cNvSpPr>
          <p:nvPr>
            <p:ph type="title"/>
          </p:nvPr>
        </p:nvSpPr>
        <p:spPr>
          <a:xfrm>
            <a:off x="4223160" y="2472480"/>
            <a:ext cx="5756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3" name="PlaceHolder 6"/>
          <p:cNvSpPr>
            <a:spLocks noGrp="1"/>
          </p:cNvSpPr>
          <p:nvPr>
            <p:ph type="title"/>
          </p:nvPr>
        </p:nvSpPr>
        <p:spPr>
          <a:xfrm>
            <a:off x="713160" y="3543840"/>
            <a:ext cx="5774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4" name="PlaceHolder 7"/>
          <p:cNvSpPr>
            <a:spLocks noGrp="1"/>
          </p:cNvSpPr>
          <p:nvPr>
            <p:ph type="title"/>
          </p:nvPr>
        </p:nvSpPr>
        <p:spPr>
          <a:xfrm>
            <a:off x="4223160" y="3543840"/>
            <a:ext cx="5756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5" name="Google Shape;68;p14"/>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16" name="PlaceHolder 1"/>
          <p:cNvSpPr>
            <a:spLocks noGrp="1"/>
          </p:cNvSpPr>
          <p:nvPr>
            <p:ph type="title"/>
          </p:nvPr>
        </p:nvSpPr>
        <p:spPr>
          <a:xfrm>
            <a:off x="713160" y="448200"/>
            <a:ext cx="3681000" cy="57564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17" name="PlaceHolder 2"/>
          <p:cNvSpPr>
            <a:spLocks noGrp="1"/>
          </p:cNvSpPr>
          <p:nvPr>
            <p:ph type="body"/>
          </p:nvPr>
        </p:nvSpPr>
        <p:spPr>
          <a:xfrm>
            <a:off x="4709520" y="445680"/>
            <a:ext cx="3720960" cy="425160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 name="Google Shape;73;p15"/>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19" name="PlaceHolder 1"/>
          <p:cNvSpPr>
            <a:spLocks noGrp="1"/>
          </p:cNvSpPr>
          <p:nvPr>
            <p:ph type="title"/>
          </p:nvPr>
        </p:nvSpPr>
        <p:spPr>
          <a:xfrm>
            <a:off x="713160" y="794520"/>
            <a:ext cx="7717320" cy="698040"/>
          </a:xfrm>
          <a:prstGeom prst="rect">
            <a:avLst/>
          </a:prstGeom>
          <a:noFill/>
          <a:ln w="0">
            <a:noFill/>
          </a:ln>
        </p:spPr>
        <p:txBody>
          <a:bodyPr lIns="91440" rIns="91440" tIns="91440" bIns="91440" anchor="t">
            <a:noAutofit/>
          </a:bodyPr>
          <a:p>
            <a:pPr indent="0">
              <a:buNone/>
            </a:pPr>
            <a:r>
              <a:rPr b="0" lang="fr-FR" sz="4000" spc="-1" strike="noStrike">
                <a:solidFill>
                  <a:schemeClr val="dk1"/>
                </a:solidFill>
                <a:latin typeface="Arial"/>
              </a:rPr>
              <a:t>Click to edit the title text format</a:t>
            </a:r>
            <a:endParaRPr b="0" lang="fr-FR" sz="4000" spc="-1" strike="noStrike">
              <a:solidFill>
                <a:schemeClr val="dk1"/>
              </a:solidFill>
              <a:latin typeface="Arial"/>
            </a:endParaRPr>
          </a:p>
        </p:txBody>
      </p:sp>
      <p:sp>
        <p:nvSpPr>
          <p:cNvPr id="20" name="PlaceHolder 2"/>
          <p:cNvSpPr>
            <a:spLocks noGrp="1"/>
          </p:cNvSpPr>
          <p:nvPr>
            <p:ph type="body"/>
          </p:nvPr>
        </p:nvSpPr>
        <p:spPr>
          <a:xfrm>
            <a:off x="3488760" y="2398680"/>
            <a:ext cx="4941720" cy="195012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1" name="Google Shape;77;p16"/>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2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3" name="Google Shape;80;p17"/>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2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5" name="Google Shape;83;p18"/>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2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27" name="PlaceHolder 2"/>
          <p:cNvSpPr>
            <a:spLocks noGrp="1"/>
          </p:cNvSpPr>
          <p:nvPr>
            <p:ph type="title"/>
          </p:nvPr>
        </p:nvSpPr>
        <p:spPr>
          <a:xfrm>
            <a:off x="3319560" y="1555920"/>
            <a:ext cx="734400" cy="430920"/>
          </a:xfrm>
          <a:prstGeom prst="rect">
            <a:avLst/>
          </a:prstGeom>
          <a:noFill/>
          <a:ln w="0">
            <a:noFill/>
          </a:ln>
        </p:spPr>
        <p:txBody>
          <a:bodyPr lIns="91440" rIns="91440" tIns="91440" bIns="91440" anchor="ctr">
            <a:noAutofit/>
          </a:bodyPr>
          <a:p>
            <a:pPr indent="0">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28" name="PlaceHolder 3"/>
          <p:cNvSpPr>
            <a:spLocks noGrp="1"/>
          </p:cNvSpPr>
          <p:nvPr>
            <p:ph type="title"/>
          </p:nvPr>
        </p:nvSpPr>
        <p:spPr>
          <a:xfrm>
            <a:off x="713160" y="1555920"/>
            <a:ext cx="734400" cy="430920"/>
          </a:xfrm>
          <a:prstGeom prst="rect">
            <a:avLst/>
          </a:prstGeom>
          <a:noFill/>
          <a:ln w="0">
            <a:noFill/>
          </a:ln>
        </p:spPr>
        <p:txBody>
          <a:bodyPr lIns="91440" rIns="91440" tIns="91440" bIns="91440" anchor="ctr">
            <a:noAutofit/>
          </a:bodyPr>
          <a:p>
            <a:pPr indent="0">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29" name="PlaceHolder 4"/>
          <p:cNvSpPr>
            <a:spLocks noGrp="1"/>
          </p:cNvSpPr>
          <p:nvPr>
            <p:ph type="title"/>
          </p:nvPr>
        </p:nvSpPr>
        <p:spPr>
          <a:xfrm>
            <a:off x="5925600" y="1555920"/>
            <a:ext cx="734400" cy="430920"/>
          </a:xfrm>
          <a:prstGeom prst="rect">
            <a:avLst/>
          </a:prstGeom>
          <a:noFill/>
          <a:ln w="0">
            <a:noFill/>
          </a:ln>
        </p:spPr>
        <p:txBody>
          <a:bodyPr lIns="91440" rIns="91440" tIns="91440" bIns="91440" anchor="ctr">
            <a:noAutofit/>
          </a:bodyPr>
          <a:p>
            <a:pPr indent="0">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0" name="Google Shape;95;p19"/>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31"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2" name="Google Shape;106;p20"/>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33" name="PlaceHolder 1"/>
          <p:cNvSpPr>
            <a:spLocks noGrp="1"/>
          </p:cNvSpPr>
          <p:nvPr>
            <p:ph type="title"/>
          </p:nvPr>
        </p:nvSpPr>
        <p:spPr>
          <a:xfrm>
            <a:off x="713160" y="1961280"/>
            <a:ext cx="3492360" cy="799920"/>
          </a:xfrm>
          <a:prstGeom prst="rect">
            <a:avLst/>
          </a:prstGeom>
          <a:noFill/>
          <a:ln w="0">
            <a:noFill/>
          </a:ln>
        </p:spPr>
        <p:txBody>
          <a:bodyPr lIns="91440" rIns="91440" tIns="91440" bIns="91440" anchor="b">
            <a:noAutofit/>
          </a:bodyPr>
          <a:p>
            <a:pPr indent="0">
              <a:lnSpc>
                <a:spcPct val="100000"/>
              </a:lnSpc>
              <a:buNone/>
            </a:pPr>
            <a:r>
              <a:rPr b="0" lang="fr-FR" sz="4000" spc="-1" strike="noStrike">
                <a:solidFill>
                  <a:schemeClr val="lt1"/>
                </a:solidFill>
                <a:latin typeface="Inter Medium"/>
                <a:ea typeface="Inter Medium"/>
              </a:rPr>
              <a:t>xx%</a:t>
            </a:r>
            <a:endParaRPr b="0" lang="fr-FR" sz="4000" spc="-1" strike="noStrike">
              <a:solidFill>
                <a:schemeClr val="dk1"/>
              </a:solidFill>
              <a:latin typeface="Arial"/>
            </a:endParaRPr>
          </a:p>
        </p:txBody>
      </p:sp>
      <p:sp>
        <p:nvSpPr>
          <p:cNvPr id="34" name="PlaceHolder 2"/>
          <p:cNvSpPr>
            <a:spLocks noGrp="1"/>
          </p:cNvSpPr>
          <p:nvPr>
            <p:ph type="title"/>
          </p:nvPr>
        </p:nvSpPr>
        <p:spPr>
          <a:xfrm>
            <a:off x="713160" y="615600"/>
            <a:ext cx="5240880" cy="954000"/>
          </a:xfrm>
          <a:prstGeom prst="rect">
            <a:avLst/>
          </a:prstGeom>
          <a:noFill/>
          <a:ln w="0">
            <a:noFill/>
          </a:ln>
        </p:spPr>
        <p:txBody>
          <a:bodyPr lIns="91440" rIns="91440" tIns="91440" bIns="91440" anchor="b">
            <a:noAutofit/>
          </a:bodyPr>
          <a:p>
            <a:pPr indent="0">
              <a:lnSpc>
                <a:spcPct val="100000"/>
              </a:lnSpc>
              <a:buNone/>
            </a:pPr>
            <a:r>
              <a:rPr b="0" lang="fr-FR" sz="5000" spc="-1" strike="noStrike">
                <a:solidFill>
                  <a:schemeClr val="lt1"/>
                </a:solidFill>
                <a:latin typeface="Inter Medium"/>
                <a:ea typeface="Inter Medium"/>
              </a:rPr>
              <a:t>xx%</a:t>
            </a:r>
            <a:endParaRPr b="0" lang="fr-FR" sz="5000" spc="-1" strike="noStrike">
              <a:solidFill>
                <a:schemeClr val="dk1"/>
              </a:solidFill>
              <a:latin typeface="Arial"/>
            </a:endParaRPr>
          </a:p>
        </p:txBody>
      </p:sp>
      <p:sp>
        <p:nvSpPr>
          <p:cNvPr id="35" name="PlaceHolder 3"/>
          <p:cNvSpPr>
            <a:spLocks noGrp="1"/>
          </p:cNvSpPr>
          <p:nvPr>
            <p:ph type="title"/>
          </p:nvPr>
        </p:nvSpPr>
        <p:spPr>
          <a:xfrm>
            <a:off x="713160" y="3121920"/>
            <a:ext cx="3492360" cy="799920"/>
          </a:xfrm>
          <a:prstGeom prst="rect">
            <a:avLst/>
          </a:prstGeom>
          <a:noFill/>
          <a:ln w="0">
            <a:noFill/>
          </a:ln>
        </p:spPr>
        <p:txBody>
          <a:bodyPr lIns="91440" rIns="91440" tIns="91440" bIns="91440" anchor="b">
            <a:noAutofit/>
          </a:bodyPr>
          <a:p>
            <a:pPr indent="0">
              <a:lnSpc>
                <a:spcPct val="100000"/>
              </a:lnSpc>
              <a:buNone/>
            </a:pPr>
            <a:r>
              <a:rPr b="0" lang="fr-FR" sz="4000" spc="-1" strike="noStrike">
                <a:solidFill>
                  <a:schemeClr val="lt1"/>
                </a:solidFill>
                <a:latin typeface="Inter Medium"/>
                <a:ea typeface="Inter Medium"/>
              </a:rPr>
              <a:t>xx%</a:t>
            </a:r>
            <a:endParaRPr b="0" lang="fr-FR" sz="4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 name="Google Shape;13;p3"/>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37" name="PlaceHolder 1"/>
          <p:cNvSpPr>
            <a:spLocks noGrp="1"/>
          </p:cNvSpPr>
          <p:nvPr>
            <p:ph type="title"/>
          </p:nvPr>
        </p:nvSpPr>
        <p:spPr>
          <a:xfrm>
            <a:off x="722520" y="1861200"/>
            <a:ext cx="4131720" cy="1569600"/>
          </a:xfrm>
          <a:prstGeom prst="rect">
            <a:avLst/>
          </a:prstGeom>
          <a:noFill/>
          <a:ln w="0">
            <a:noFill/>
          </a:ln>
        </p:spPr>
        <p:txBody>
          <a:bodyPr lIns="91440" rIns="91440" tIns="91440" bIns="91440" anchor="t">
            <a:noAutofit/>
          </a:bodyPr>
          <a:p>
            <a:pPr indent="0">
              <a:buNone/>
            </a:pPr>
            <a:r>
              <a:rPr b="0" lang="fr-FR" sz="4500" spc="-1" strike="noStrike">
                <a:solidFill>
                  <a:schemeClr val="dk1"/>
                </a:solidFill>
                <a:latin typeface="Arial"/>
              </a:rPr>
              <a:t>Click to edit the title text format</a:t>
            </a:r>
            <a:endParaRPr b="0" lang="fr-FR" sz="4500" spc="-1" strike="noStrike">
              <a:solidFill>
                <a:schemeClr val="dk1"/>
              </a:solidFill>
              <a:latin typeface="Arial"/>
            </a:endParaRPr>
          </a:p>
        </p:txBody>
      </p:sp>
      <p:sp>
        <p:nvSpPr>
          <p:cNvPr id="38" name="PlaceHolder 2"/>
          <p:cNvSpPr>
            <a:spLocks noGrp="1"/>
          </p:cNvSpPr>
          <p:nvPr>
            <p:ph type="title"/>
          </p:nvPr>
        </p:nvSpPr>
        <p:spPr>
          <a:xfrm>
            <a:off x="722520" y="984240"/>
            <a:ext cx="1235520" cy="876960"/>
          </a:xfrm>
          <a:prstGeom prst="rect">
            <a:avLst/>
          </a:prstGeom>
          <a:noFill/>
          <a:ln w="0">
            <a:noFill/>
          </a:ln>
        </p:spPr>
        <p:txBody>
          <a:bodyPr lIns="91440" rIns="91440" tIns="91440" bIns="91440" anchor="b">
            <a:noAutofit/>
          </a:bodyPr>
          <a:p>
            <a:pPr indent="0">
              <a:lnSpc>
                <a:spcPct val="100000"/>
              </a:lnSpc>
              <a:buNone/>
            </a:pPr>
            <a:r>
              <a:rPr b="0" lang="fr-FR" sz="4500" spc="-1" strike="noStrike">
                <a:solidFill>
                  <a:schemeClr val="lt1"/>
                </a:solidFill>
                <a:latin typeface="Inter Medium"/>
                <a:ea typeface="Inter Medium"/>
              </a:rPr>
              <a:t>xx%</a:t>
            </a:r>
            <a:endParaRPr b="0" lang="fr-FR" sz="4500" spc="-1" strike="noStrike">
              <a:solidFill>
                <a:schemeClr val="dk1"/>
              </a:solidFill>
              <a:latin typeface="Arial"/>
            </a:endParaRPr>
          </a:p>
        </p:txBody>
      </p:sp>
      <p:sp>
        <p:nvSpPr>
          <p:cNvPr id="3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0" name="Google Shape;114;p21"/>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41" name="PlaceHolder 1"/>
          <p:cNvSpPr>
            <a:spLocks noGrp="1"/>
          </p:cNvSpPr>
          <p:nvPr>
            <p:ph type="title"/>
          </p:nvPr>
        </p:nvSpPr>
        <p:spPr>
          <a:xfrm>
            <a:off x="713160" y="539640"/>
            <a:ext cx="4447800" cy="954000"/>
          </a:xfrm>
          <a:prstGeom prst="rect">
            <a:avLst/>
          </a:prstGeom>
          <a:noFill/>
          <a:ln w="0">
            <a:noFill/>
          </a:ln>
        </p:spPr>
        <p:txBody>
          <a:bodyPr lIns="91440" rIns="91440" tIns="91440" bIns="91440" anchor="b">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42" name="Google Shape;117;p21"/>
          <p:cNvSpPr/>
          <p:nvPr/>
        </p:nvSpPr>
        <p:spPr>
          <a:xfrm>
            <a:off x="713160" y="3164400"/>
            <a:ext cx="3098520" cy="64620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000" spc="-1" strike="noStrike">
                <a:solidFill>
                  <a:schemeClr val="lt1"/>
                </a:solidFill>
                <a:latin typeface="Roboto"/>
                <a:ea typeface="Roboto"/>
              </a:rPr>
              <a:t>CREDITS:</a:t>
            </a:r>
            <a:r>
              <a:rPr b="0" lang="en" sz="1000" spc="-1" strike="noStrike">
                <a:solidFill>
                  <a:schemeClr val="lt1"/>
                </a:solidFill>
                <a:latin typeface="Roboto"/>
                <a:ea typeface="Roboto"/>
              </a:rPr>
              <a:t> This presentation template was created by </a:t>
            </a:r>
            <a:r>
              <a:rPr b="1" lang="en" sz="1000" spc="-1" strike="noStrike" u="sng">
                <a:solidFill>
                  <a:schemeClr val="lt1"/>
                </a:solidFill>
                <a:uFillTx/>
                <a:latin typeface="Roboto"/>
                <a:ea typeface="Roboto"/>
                <a:hlinkClick r:id="rId2"/>
              </a:rPr>
              <a:t>Slidesgo</a:t>
            </a:r>
            <a:r>
              <a:rPr b="0" lang="en" sz="1000" spc="-1" strike="noStrike">
                <a:solidFill>
                  <a:schemeClr val="lt1"/>
                </a:solidFill>
                <a:latin typeface="Roboto"/>
                <a:ea typeface="Roboto"/>
              </a:rPr>
              <a:t>, and includes icons, infographics &amp; images by </a:t>
            </a:r>
            <a:r>
              <a:rPr b="1" lang="en" sz="1000" spc="-1" strike="noStrike" u="sng">
                <a:solidFill>
                  <a:schemeClr val="lt1"/>
                </a:solidFill>
                <a:uFillTx/>
                <a:latin typeface="Roboto"/>
                <a:ea typeface="Roboto"/>
                <a:hlinkClick r:id="rId3"/>
              </a:rPr>
              <a:t>Freepik</a:t>
            </a:r>
            <a:r>
              <a:rPr b="0" lang="en" sz="1000" spc="-1" strike="noStrike" u="sng">
                <a:solidFill>
                  <a:schemeClr val="lt1"/>
                </a:solidFill>
                <a:uFillTx/>
                <a:latin typeface="Roboto"/>
                <a:ea typeface="Roboto"/>
              </a:rPr>
              <a:t> </a:t>
            </a:r>
            <a:endParaRPr b="0" lang="en-US" sz="1000" spc="-1" strike="noStrike">
              <a:solidFill>
                <a:srgbClr val="000000"/>
              </a:solidFill>
              <a:latin typeface="OpenSymbol"/>
            </a:endParaRPr>
          </a:p>
        </p:txBody>
      </p:sp>
      <p:sp>
        <p:nvSpPr>
          <p:cNvPr id="4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4"/>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4" name="Google Shape;119;p22"/>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5" name="Google Shape;121;p23"/>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Google Shape;18;p4"/>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4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48" name="PlaceHolder 2"/>
          <p:cNvSpPr>
            <a:spLocks noGrp="1"/>
          </p:cNvSpPr>
          <p:nvPr>
            <p:ph type="body"/>
          </p:nvPr>
        </p:nvSpPr>
        <p:spPr>
          <a:xfrm>
            <a:off x="720000" y="1210320"/>
            <a:ext cx="7703640" cy="36900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1" name="Google Shape;22;p5"/>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5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53" name="PlaceHolder 2"/>
          <p:cNvSpPr>
            <a:spLocks noGrp="1"/>
          </p:cNvSpPr>
          <p:nvPr>
            <p:ph type="body"/>
          </p:nvPr>
        </p:nvSpPr>
        <p:spPr>
          <a:xfrm>
            <a:off x="5696280" y="1379880"/>
            <a:ext cx="2727360" cy="2861280"/>
          </a:xfrm>
          <a:prstGeom prst="rect">
            <a:avLst/>
          </a:prstGeom>
          <a:noFill/>
          <a:ln w="0">
            <a:noFill/>
          </a:ln>
        </p:spPr>
        <p:txBody>
          <a:bodyPr lIns="90000" rIns="90000" tIns="45000" bIns="45000" anchor="t">
            <a:normAutofit fontScale="21111"/>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7" name="Google Shape;30;p6"/>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5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0" name="Google Shape;33;p7"/>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1" name="PlaceHolder 1"/>
          <p:cNvSpPr>
            <a:spLocks noGrp="1"/>
          </p:cNvSpPr>
          <p:nvPr>
            <p:ph type="title"/>
          </p:nvPr>
        </p:nvSpPr>
        <p:spPr>
          <a:xfrm>
            <a:off x="713160" y="448200"/>
            <a:ext cx="3681000" cy="57564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62" name="PlaceHolder 2"/>
          <p:cNvSpPr>
            <a:spLocks noGrp="1"/>
          </p:cNvSpPr>
          <p:nvPr>
            <p:ph type="body"/>
          </p:nvPr>
        </p:nvSpPr>
        <p:spPr>
          <a:xfrm>
            <a:off x="4709520" y="445680"/>
            <a:ext cx="3720960" cy="425160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3" name="Google Shape;38;p8"/>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64" name="PlaceHolder 1"/>
          <p:cNvSpPr>
            <a:spLocks noGrp="1"/>
          </p:cNvSpPr>
          <p:nvPr>
            <p:ph type="title"/>
          </p:nvPr>
        </p:nvSpPr>
        <p:spPr>
          <a:xfrm>
            <a:off x="2318040" y="1307160"/>
            <a:ext cx="4507920" cy="252900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5" name="Google Shape;41;p9"/>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66" name="PlaceHolder 1"/>
          <p:cNvSpPr>
            <a:spLocks noGrp="1"/>
          </p:cNvSpPr>
          <p:nvPr>
            <p:ph type="title"/>
          </p:nvPr>
        </p:nvSpPr>
        <p:spPr>
          <a:xfrm>
            <a:off x="2135520" y="1189080"/>
            <a:ext cx="4872600" cy="1964160"/>
          </a:xfrm>
          <a:prstGeom prst="rect">
            <a:avLst/>
          </a:prstGeom>
          <a:noFill/>
          <a:ln w="0">
            <a:noFill/>
          </a:ln>
        </p:spPr>
        <p:txBody>
          <a:bodyPr lIns="91440" rIns="91440" tIns="91440" bIns="91440" anchor="b">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7"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68" name="PlaceHolder 2"/>
          <p:cNvSpPr>
            <a:spLocks noGrp="1"/>
          </p:cNvSpPr>
          <p:nvPr>
            <p:ph type="title"/>
          </p:nvPr>
        </p:nvSpPr>
        <p:spPr>
          <a:xfrm>
            <a:off x="720000" y="4014360"/>
            <a:ext cx="7703640" cy="572400"/>
          </a:xfrm>
          <a:prstGeom prst="rect">
            <a:avLst/>
          </a:prstGeom>
          <a:solidFill>
            <a:srgbClr val="000000"/>
          </a:solidFill>
          <a:ln w="0">
            <a:noFill/>
          </a:ln>
        </p:spPr>
        <p:txBody>
          <a:bodyPr lIns="91440" rIns="91440" tIns="91440" bIns="91440" anchor="ctr">
            <a:noAutofit/>
          </a:bodyPr>
          <a:p>
            <a:pPr indent="0">
              <a:buNone/>
            </a:pPr>
            <a:r>
              <a:rPr b="0" lang="fr-FR" sz="1800" spc="-1" strike="noStrike">
                <a:solidFill>
                  <a:schemeClr val="dk1"/>
                </a:solidFill>
                <a:latin typeface="Arial"/>
              </a:rPr>
              <a:t>Click to edit the title text format</a:t>
            </a:r>
            <a:endParaRPr b="0" lang="fr-FR"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69" name="Google Shape;127;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70"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71" name="Google Shape;130;p27"/>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72"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
        <p:nvSpPr>
          <p:cNvPr id="73"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14240" y="1066680"/>
            <a:ext cx="5409720" cy="1666440"/>
          </a:xfrm>
          <a:prstGeom prst="rect">
            <a:avLst/>
          </a:prstGeom>
          <a:noFill/>
          <a:ln w="0">
            <a:noFill/>
          </a:ln>
        </p:spPr>
        <p:txBody>
          <a:bodyPr lIns="91440" rIns="91440" tIns="91440" bIns="91440" anchor="b">
            <a:normAutofit/>
          </a:bodyPr>
          <a:p>
            <a:pPr indent="0">
              <a:lnSpc>
                <a:spcPct val="100000"/>
              </a:lnSpc>
              <a:buNone/>
              <a:tabLst>
                <a:tab algn="l" pos="0"/>
              </a:tabLst>
            </a:pPr>
            <a:r>
              <a:rPr b="0" lang="en" sz="6000" spc="-1" strike="noStrike">
                <a:solidFill>
                  <a:schemeClr val="lt1"/>
                </a:solidFill>
                <a:latin typeface="Inter Medium"/>
                <a:ea typeface="Inter Medium"/>
              </a:rPr>
              <a:t>AI Voice Assistant</a:t>
            </a:r>
            <a:endParaRPr b="0" lang="fr-FR" sz="6000" spc="-1" strike="noStrike">
              <a:solidFill>
                <a:schemeClr val="dk1"/>
              </a:solidFill>
              <a:latin typeface="Arial"/>
            </a:endParaRPr>
          </a:p>
        </p:txBody>
      </p:sp>
      <p:sp>
        <p:nvSpPr>
          <p:cNvPr id="75" name="PlaceHolder 2"/>
          <p:cNvSpPr>
            <a:spLocks noGrp="1"/>
          </p:cNvSpPr>
          <p:nvPr>
            <p:ph type="subTitle"/>
          </p:nvPr>
        </p:nvSpPr>
        <p:spPr>
          <a:xfrm>
            <a:off x="714240" y="3390840"/>
            <a:ext cx="6352920" cy="428400"/>
          </a:xfrm>
          <a:prstGeom prst="rect">
            <a:avLst/>
          </a:prstGeom>
          <a:noFill/>
          <a:ln w="0">
            <a:noFill/>
          </a:ln>
        </p:spPr>
        <p:txBody>
          <a:bodyPr lIns="91440" rIns="91440" tIns="91440" bIns="91440" anchor="t">
            <a:normAutofit/>
          </a:bodyPr>
          <a:p>
            <a:pPr indent="0">
              <a:lnSpc>
                <a:spcPct val="100000"/>
              </a:lnSpc>
              <a:buNone/>
              <a:tabLst>
                <a:tab algn="l" pos="0"/>
              </a:tabLst>
            </a:pPr>
            <a:r>
              <a:rPr b="0" lang="en" sz="1600" spc="-1" strike="noStrike">
                <a:solidFill>
                  <a:schemeClr val="lt1"/>
                </a:solidFill>
                <a:latin typeface="Roboto"/>
                <a:ea typeface="Roboto"/>
              </a:rPr>
              <a:t>Exploring the capabilities of Aria in utilizing personal data.</a:t>
            </a:r>
            <a:endParaRPr b="0" lang="en-US" sz="1600" spc="-1" strike="noStrike">
              <a:solidFill>
                <a:srgbClr val="000000"/>
              </a:solidFill>
              <a:latin typeface="OpenSymbol"/>
            </a:endParaRPr>
          </a:p>
        </p:txBody>
      </p:sp>
      <p:sp>
        <p:nvSpPr>
          <p:cNvPr id="76" name="Google Shape;139;p28"/>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000000"/>
              </a:solidFill>
              <a:latin typeface="OpenSymbol"/>
            </a:endParaRPr>
          </a:p>
        </p:txBody>
      </p:sp>
      <p:sp>
        <p:nvSpPr>
          <p:cNvPr id="77" name="Google Shape;140;p28"/>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000000"/>
              </a:solidFill>
              <a:latin typeface="OpenSymbol"/>
            </a:endParaRPr>
          </a:p>
        </p:txBody>
      </p:sp>
      <p:sp>
        <p:nvSpPr>
          <p:cNvPr id="78" name="Google Shape;141;p28"/>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Google Shape;178;p31"/>
          <p:cNvSpPr/>
          <p:nvPr/>
        </p:nvSpPr>
        <p:spPr>
          <a:xfrm>
            <a:off x="4709520" y="445680"/>
            <a:ext cx="3720960" cy="425160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80" name="Google Shape;179;p31"/>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81" name="Google Shape;180;p31"/>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82" name="Google Shape;181;p31"/>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
        <p:nvSpPr>
          <p:cNvPr id="83" name="PlaceHolder 1"/>
          <p:cNvSpPr>
            <a:spLocks noGrp="1"/>
          </p:cNvSpPr>
          <p:nvPr>
            <p:ph type="title"/>
          </p:nvPr>
        </p:nvSpPr>
        <p:spPr>
          <a:xfrm>
            <a:off x="714240" y="447840"/>
            <a:ext cx="3676320" cy="571320"/>
          </a:xfrm>
          <a:prstGeom prst="rect">
            <a:avLst/>
          </a:prstGeom>
          <a:noFill/>
          <a:ln w="0">
            <a:noFill/>
          </a:ln>
        </p:spPr>
        <p:txBody>
          <a:bodyPr lIns="91440" rIns="91440" tIns="91440" bIns="91440" anchor="t">
            <a:normAutofit/>
          </a:bodyPr>
          <a:p>
            <a:pPr indent="0">
              <a:lnSpc>
                <a:spcPct val="100000"/>
              </a:lnSpc>
              <a:buNone/>
              <a:tabLst>
                <a:tab algn="l" pos="0"/>
              </a:tabLst>
            </a:pPr>
            <a:r>
              <a:rPr b="0" lang="en" sz="2600" spc="-1" strike="noStrike">
                <a:solidFill>
                  <a:schemeClr val="dk1"/>
                </a:solidFill>
                <a:latin typeface="Inter Medium"/>
                <a:ea typeface="Inter Medium"/>
              </a:rPr>
              <a:t>Introduction</a:t>
            </a:r>
            <a:endParaRPr b="0" lang="fr-FR" sz="2600" spc="-1" strike="noStrike">
              <a:solidFill>
                <a:schemeClr val="dk1"/>
              </a:solidFill>
              <a:latin typeface="Arial"/>
            </a:endParaRPr>
          </a:p>
        </p:txBody>
      </p:sp>
      <p:sp>
        <p:nvSpPr>
          <p:cNvPr id="84" name="PlaceHolder 2"/>
          <p:cNvSpPr>
            <a:spLocks noGrp="1"/>
          </p:cNvSpPr>
          <p:nvPr>
            <p:ph type="subTitle"/>
          </p:nvPr>
        </p:nvSpPr>
        <p:spPr>
          <a:xfrm>
            <a:off x="714240" y="1743120"/>
            <a:ext cx="3676320" cy="21618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This presentation delves into the functionality and significance of AI voice assistants, specifically focusing on Aria, which leverages personal data to enhance user interaction.</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Google Shape;188;p32"/>
          <p:cNvSpPr/>
          <p:nvPr/>
        </p:nvSpPr>
        <p:spPr>
          <a:xfrm>
            <a:off x="134316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86" name="Google Shape;189;p32"/>
          <p:cNvSpPr/>
          <p:nvPr/>
        </p:nvSpPr>
        <p:spPr>
          <a:xfrm>
            <a:off x="11448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87" name="Google Shape;190;p32"/>
          <p:cNvSpPr/>
          <p:nvPr/>
        </p:nvSpPr>
        <p:spPr>
          <a:xfrm>
            <a:off x="780084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algn="r" defTabSz="914400">
              <a:lnSpc>
                <a:spcPct val="100000"/>
              </a:lnSpc>
              <a:tabLst>
                <a:tab algn="l" pos="0"/>
              </a:tabLst>
            </a:pPr>
            <a:endParaRPr b="0" lang="en-US" sz="1800" spc="-1" strike="noStrike">
              <a:solidFill>
                <a:srgbClr val="000000"/>
              </a:solidFill>
              <a:latin typeface="OpenSymbol"/>
            </a:endParaRPr>
          </a:p>
        </p:txBody>
      </p:sp>
      <p:sp>
        <p:nvSpPr>
          <p:cNvPr id="88" name="PlaceHolder 1"/>
          <p:cNvSpPr>
            <a:spLocks noGrp="1"/>
          </p:cNvSpPr>
          <p:nvPr>
            <p:ph type="title"/>
          </p:nvPr>
        </p:nvSpPr>
        <p:spPr>
          <a:xfrm>
            <a:off x="723960" y="1857240"/>
            <a:ext cx="4133520" cy="1571400"/>
          </a:xfrm>
          <a:prstGeom prst="rect">
            <a:avLst/>
          </a:prstGeom>
          <a:noFill/>
          <a:ln w="0">
            <a:noFill/>
          </a:ln>
        </p:spPr>
        <p:txBody>
          <a:bodyPr lIns="91440" rIns="91440" tIns="91440" bIns="91440" anchor="t">
            <a:normAutofit/>
          </a:bodyPr>
          <a:p>
            <a:pPr indent="0">
              <a:lnSpc>
                <a:spcPct val="100000"/>
              </a:lnSpc>
              <a:buNone/>
              <a:tabLst>
                <a:tab algn="l" pos="0"/>
              </a:tabLst>
            </a:pPr>
            <a:r>
              <a:rPr b="0" lang="en" sz="4500" spc="-1" strike="noStrike">
                <a:solidFill>
                  <a:schemeClr val="lt1"/>
                </a:solidFill>
                <a:latin typeface="Inter Medium"/>
                <a:ea typeface="Inter Medium"/>
              </a:rPr>
              <a:t>Overview</a:t>
            </a:r>
            <a:endParaRPr b="0" lang="fr-FR" sz="4500" spc="-1" strike="noStrike">
              <a:solidFill>
                <a:schemeClr val="dk1"/>
              </a:solidFill>
              <a:latin typeface="Arial"/>
            </a:endParaRPr>
          </a:p>
        </p:txBody>
      </p:sp>
      <p:sp>
        <p:nvSpPr>
          <p:cNvPr id="89" name="PlaceHolder 2"/>
          <p:cNvSpPr>
            <a:spLocks noGrp="1"/>
          </p:cNvSpPr>
          <p:nvPr>
            <p:ph type="title"/>
          </p:nvPr>
        </p:nvSpPr>
        <p:spPr>
          <a:xfrm>
            <a:off x="723960" y="981000"/>
            <a:ext cx="1238040" cy="875880"/>
          </a:xfrm>
          <a:prstGeom prst="rect">
            <a:avLst/>
          </a:prstGeom>
          <a:noFill/>
          <a:ln w="0">
            <a:noFill/>
          </a:ln>
        </p:spPr>
        <p:txBody>
          <a:bodyPr lIns="91440" rIns="91440" tIns="91440" bIns="91440" anchor="b">
            <a:normAutofit/>
          </a:bodyPr>
          <a:p>
            <a:pPr indent="0">
              <a:lnSpc>
                <a:spcPct val="100000"/>
              </a:lnSpc>
              <a:buNone/>
              <a:tabLst>
                <a:tab algn="l" pos="0"/>
              </a:tabLst>
            </a:pPr>
            <a:r>
              <a:rPr b="0" lang="en" sz="4500" spc="-1" strike="noStrike">
                <a:solidFill>
                  <a:schemeClr val="lt1"/>
                </a:solidFill>
                <a:latin typeface="Inter Medium"/>
                <a:ea typeface="Inter Medium"/>
              </a:rPr>
              <a:t>01</a:t>
            </a:r>
            <a:endParaRPr b="0" lang="fr-FR" sz="4500" spc="-1" strike="noStrike">
              <a:solidFill>
                <a:schemeClr val="dk1"/>
              </a:solidFill>
              <a:latin typeface="Arial"/>
            </a:endParaRPr>
          </a:p>
        </p:txBody>
      </p:sp>
      <p:sp>
        <p:nvSpPr>
          <p:cNvPr id="90" name="PlaceHolder 3"/>
          <p:cNvSpPr>
            <a:spLocks noGrp="1"/>
          </p:cNvSpPr>
          <p:nvPr>
            <p:ph type="subTitle"/>
          </p:nvPr>
        </p:nvSpPr>
        <p:spPr>
          <a:xfrm>
            <a:off x="723960" y="3429000"/>
            <a:ext cx="4133520" cy="399600"/>
          </a:xfrm>
          <a:prstGeom prst="rect">
            <a:avLst/>
          </a:prstGeom>
          <a:noFill/>
          <a:ln w="0">
            <a:noFill/>
          </a:ln>
        </p:spPr>
        <p:txBody>
          <a:bodyPr lIns="91440" rIns="91440" tIns="91440" bIns="91440" anchor="t">
            <a:normAutofit/>
          </a:bodyPr>
          <a:p>
            <a:pPr indent="0" algn="ctr">
              <a:buNone/>
            </a:pPr>
            <a:endParaRPr b="0" lang="en-US" sz="1400" spc="-1" strike="noStrike">
              <a:solidFill>
                <a:schemeClr val="lt1"/>
              </a:solidFill>
              <a:latin typeface="Roboto"/>
              <a:ea typeface="Roboto"/>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Definition of AI voice assistants</a:t>
            </a:r>
            <a:endParaRPr b="0" lang="fr-FR" sz="4000" spc="-1" strike="noStrike">
              <a:solidFill>
                <a:schemeClr val="dk1"/>
              </a:solidFill>
              <a:latin typeface="Arial"/>
            </a:endParaRPr>
          </a:p>
        </p:txBody>
      </p:sp>
      <p:sp>
        <p:nvSpPr>
          <p:cNvPr id="92"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AI voice assistants are software agents that use natural language processing, machine learning, and voice recognition to perform tasks or provide services through spoken commands. They are designed to facilitate interaction between humans and technology in a conversational manner.</a:t>
            </a:r>
            <a:endParaRPr b="0" lang="fr-FR" sz="1200" spc="-1" strike="noStrike">
              <a:solidFill>
                <a:srgbClr val="000000"/>
              </a:solidFill>
              <a:latin typeface="Arial"/>
            </a:endParaRPr>
          </a:p>
        </p:txBody>
      </p:sp>
      <p:sp>
        <p:nvSpPr>
          <p:cNvPr id="93"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94"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95"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Google Shape;178;p31"/>
          <p:cNvSpPr/>
          <p:nvPr/>
        </p:nvSpPr>
        <p:spPr>
          <a:xfrm>
            <a:off x="4709520" y="445680"/>
            <a:ext cx="3720960" cy="425160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97" name="Google Shape;179;p31"/>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98" name="Google Shape;180;p31"/>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99" name="Google Shape;181;p31"/>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
        <p:nvSpPr>
          <p:cNvPr id="100" name="PlaceHolder 1"/>
          <p:cNvSpPr>
            <a:spLocks noGrp="1"/>
          </p:cNvSpPr>
          <p:nvPr>
            <p:ph type="title"/>
          </p:nvPr>
        </p:nvSpPr>
        <p:spPr>
          <a:xfrm>
            <a:off x="714240" y="447840"/>
            <a:ext cx="3676320" cy="571320"/>
          </a:xfrm>
          <a:prstGeom prst="rect">
            <a:avLst/>
          </a:prstGeom>
          <a:noFill/>
          <a:ln w="0">
            <a:noFill/>
          </a:ln>
        </p:spPr>
        <p:txBody>
          <a:bodyPr lIns="91440" rIns="91440" tIns="91440" bIns="91440" anchor="t">
            <a:normAutofit/>
          </a:bodyPr>
          <a:p>
            <a:pPr indent="0">
              <a:lnSpc>
                <a:spcPct val="100000"/>
              </a:lnSpc>
              <a:buNone/>
              <a:tabLst>
                <a:tab algn="l" pos="0"/>
              </a:tabLst>
            </a:pPr>
            <a:r>
              <a:rPr b="0" lang="en" sz="2600" spc="-1" strike="noStrike">
                <a:solidFill>
                  <a:schemeClr val="dk1"/>
                </a:solidFill>
                <a:latin typeface="Inter Medium"/>
                <a:ea typeface="Inter Medium"/>
              </a:rPr>
              <a:t>Introduction to Aria</a:t>
            </a:r>
            <a:endParaRPr b="0" lang="fr-FR" sz="2600" spc="-1" strike="noStrike">
              <a:solidFill>
                <a:schemeClr val="dk1"/>
              </a:solidFill>
              <a:latin typeface="Arial"/>
            </a:endParaRPr>
          </a:p>
        </p:txBody>
      </p:sp>
      <p:sp>
        <p:nvSpPr>
          <p:cNvPr id="101" name="PlaceHolder 2"/>
          <p:cNvSpPr>
            <a:spLocks noGrp="1"/>
          </p:cNvSpPr>
          <p:nvPr>
            <p:ph type="subTitle"/>
          </p:nvPr>
        </p:nvSpPr>
        <p:spPr>
          <a:xfrm>
            <a:off x="714240" y="1743120"/>
            <a:ext cx="3676320" cy="21618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Aria is a cutting-edge AI voice assistant developed to personalize user experiences by utilizing individual data. By analyzing preferences, behaviors, and histories, Aria enhances its responses and functionalities, allowing for a more intuitive interface that adapts to user needs.</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2506"/>
          </a:bodyPr>
          <a:p>
            <a:pPr indent="0">
              <a:lnSpc>
                <a:spcPct val="100000"/>
              </a:lnSpc>
              <a:buNone/>
              <a:tabLst>
                <a:tab algn="l" pos="0"/>
              </a:tabLst>
            </a:pPr>
            <a:r>
              <a:rPr b="0" lang="en" sz="4000" spc="-1" strike="noStrike">
                <a:solidFill>
                  <a:schemeClr val="dk1"/>
                </a:solidFill>
                <a:latin typeface="Inter Medium"/>
                <a:ea typeface="Inter Medium"/>
              </a:rPr>
              <a:t>Importance of personal data in voice assistance</a:t>
            </a:r>
            <a:endParaRPr b="0" lang="fr-FR" sz="4000" spc="-1" strike="noStrike">
              <a:solidFill>
                <a:schemeClr val="dk1"/>
              </a:solidFill>
              <a:latin typeface="Arial"/>
            </a:endParaRPr>
          </a:p>
        </p:txBody>
      </p:sp>
      <p:sp>
        <p:nvSpPr>
          <p:cNvPr id="103"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Personal data is crucial for the effectiveness of voice assistants like Aria, as it allows them to tailor responses and services to individual users. By leveraging personal information such as preferences, previous interactions, and contextual data, voice assistants can provide more accurate, relevant, and efficient assistance, thus improving user satisfaction and engagement.</a:t>
            </a:r>
            <a:endParaRPr b="0" lang="fr-FR" sz="1200" spc="-1" strike="noStrike">
              <a:solidFill>
                <a:srgbClr val="000000"/>
              </a:solidFill>
              <a:latin typeface="Arial"/>
            </a:endParaRPr>
          </a:p>
        </p:txBody>
      </p:sp>
      <p:sp>
        <p:nvSpPr>
          <p:cNvPr id="104"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05"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06"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Google Shape;188;p32"/>
          <p:cNvSpPr/>
          <p:nvPr/>
        </p:nvSpPr>
        <p:spPr>
          <a:xfrm>
            <a:off x="134316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108" name="Google Shape;189;p32"/>
          <p:cNvSpPr/>
          <p:nvPr/>
        </p:nvSpPr>
        <p:spPr>
          <a:xfrm>
            <a:off x="11448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109" name="Google Shape;190;p32"/>
          <p:cNvSpPr/>
          <p:nvPr/>
        </p:nvSpPr>
        <p:spPr>
          <a:xfrm>
            <a:off x="780084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algn="r" defTabSz="914400">
              <a:lnSpc>
                <a:spcPct val="100000"/>
              </a:lnSpc>
              <a:tabLst>
                <a:tab algn="l" pos="0"/>
              </a:tabLst>
            </a:pPr>
            <a:endParaRPr b="0" lang="en-US" sz="1800" spc="-1" strike="noStrike">
              <a:solidFill>
                <a:srgbClr val="000000"/>
              </a:solidFill>
              <a:latin typeface="OpenSymbol"/>
            </a:endParaRPr>
          </a:p>
        </p:txBody>
      </p:sp>
      <p:sp>
        <p:nvSpPr>
          <p:cNvPr id="110" name="PlaceHolder 1"/>
          <p:cNvSpPr>
            <a:spLocks noGrp="1"/>
          </p:cNvSpPr>
          <p:nvPr>
            <p:ph type="title"/>
          </p:nvPr>
        </p:nvSpPr>
        <p:spPr>
          <a:xfrm>
            <a:off x="723960" y="1857240"/>
            <a:ext cx="4133520" cy="1571400"/>
          </a:xfrm>
          <a:prstGeom prst="rect">
            <a:avLst/>
          </a:prstGeom>
          <a:noFill/>
          <a:ln w="0">
            <a:noFill/>
          </a:ln>
        </p:spPr>
        <p:txBody>
          <a:bodyPr lIns="91440" rIns="91440" tIns="91440" bIns="91440" anchor="t">
            <a:normAutofit/>
          </a:bodyPr>
          <a:p>
            <a:pPr indent="0">
              <a:lnSpc>
                <a:spcPct val="100000"/>
              </a:lnSpc>
              <a:buNone/>
              <a:tabLst>
                <a:tab algn="l" pos="0"/>
              </a:tabLst>
            </a:pPr>
            <a:r>
              <a:rPr b="0" lang="en" sz="4500" spc="-1" strike="noStrike">
                <a:solidFill>
                  <a:schemeClr val="lt1"/>
                </a:solidFill>
                <a:latin typeface="Inter Medium"/>
                <a:ea typeface="Inter Medium"/>
              </a:rPr>
              <a:t>Functionality</a:t>
            </a:r>
            <a:endParaRPr b="0" lang="fr-FR" sz="4500" spc="-1" strike="noStrike">
              <a:solidFill>
                <a:schemeClr val="dk1"/>
              </a:solidFill>
              <a:latin typeface="Arial"/>
            </a:endParaRPr>
          </a:p>
        </p:txBody>
      </p:sp>
      <p:sp>
        <p:nvSpPr>
          <p:cNvPr id="111" name="PlaceHolder 2"/>
          <p:cNvSpPr>
            <a:spLocks noGrp="1"/>
          </p:cNvSpPr>
          <p:nvPr>
            <p:ph type="title"/>
          </p:nvPr>
        </p:nvSpPr>
        <p:spPr>
          <a:xfrm>
            <a:off x="723960" y="981000"/>
            <a:ext cx="1238040" cy="875880"/>
          </a:xfrm>
          <a:prstGeom prst="rect">
            <a:avLst/>
          </a:prstGeom>
          <a:noFill/>
          <a:ln w="0">
            <a:noFill/>
          </a:ln>
        </p:spPr>
        <p:txBody>
          <a:bodyPr lIns="91440" rIns="91440" tIns="91440" bIns="91440" anchor="b">
            <a:normAutofit/>
          </a:bodyPr>
          <a:p>
            <a:pPr indent="0">
              <a:lnSpc>
                <a:spcPct val="100000"/>
              </a:lnSpc>
              <a:buNone/>
              <a:tabLst>
                <a:tab algn="l" pos="0"/>
              </a:tabLst>
            </a:pPr>
            <a:r>
              <a:rPr b="0" lang="en" sz="4500" spc="-1" strike="noStrike">
                <a:solidFill>
                  <a:schemeClr val="lt1"/>
                </a:solidFill>
                <a:latin typeface="Inter Medium"/>
                <a:ea typeface="Inter Medium"/>
              </a:rPr>
              <a:t>02</a:t>
            </a:r>
            <a:endParaRPr b="0" lang="fr-FR" sz="4500" spc="-1" strike="noStrike">
              <a:solidFill>
                <a:schemeClr val="dk1"/>
              </a:solidFill>
              <a:latin typeface="Arial"/>
            </a:endParaRPr>
          </a:p>
        </p:txBody>
      </p:sp>
      <p:sp>
        <p:nvSpPr>
          <p:cNvPr id="112" name="PlaceHolder 3"/>
          <p:cNvSpPr>
            <a:spLocks noGrp="1"/>
          </p:cNvSpPr>
          <p:nvPr>
            <p:ph type="subTitle"/>
          </p:nvPr>
        </p:nvSpPr>
        <p:spPr>
          <a:xfrm>
            <a:off x="723960" y="3429000"/>
            <a:ext cx="4133520" cy="399600"/>
          </a:xfrm>
          <a:prstGeom prst="rect">
            <a:avLst/>
          </a:prstGeom>
          <a:noFill/>
          <a:ln w="0">
            <a:noFill/>
          </a:ln>
        </p:spPr>
        <p:txBody>
          <a:bodyPr lIns="91440" rIns="91440" tIns="91440" bIns="91440" anchor="t">
            <a:normAutofit/>
          </a:bodyPr>
          <a:p>
            <a:pPr indent="0" algn="ctr">
              <a:buNone/>
            </a:pPr>
            <a:endParaRPr b="0" lang="en-US" sz="1400" spc="-1" strike="noStrike">
              <a:solidFill>
                <a:schemeClr val="lt1"/>
              </a:solidFill>
              <a:latin typeface="Roboto"/>
              <a:ea typeface="Roboto"/>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Data collection mechanisms</a:t>
            </a:r>
            <a:endParaRPr b="0" lang="fr-FR" sz="4000" spc="-1" strike="noStrike">
              <a:solidFill>
                <a:schemeClr val="dk1"/>
              </a:solidFill>
              <a:latin typeface="Arial"/>
            </a:endParaRPr>
          </a:p>
        </p:txBody>
      </p:sp>
      <p:sp>
        <p:nvSpPr>
          <p:cNvPr id="114"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Voice assistants utilize various data collection methods, including voice recognition, user preferences, and contextual analysis. These mechanisms gather information to facilitate personalized interactions. Data can be collected passively or actively, often requiring user consent to ensure compliance with privacy regulations.</a:t>
            </a:r>
            <a:endParaRPr b="0" lang="fr-FR" sz="1200" spc="-1" strike="noStrike">
              <a:solidFill>
                <a:srgbClr val="000000"/>
              </a:solidFill>
              <a:latin typeface="Arial"/>
            </a:endParaRPr>
          </a:p>
        </p:txBody>
      </p:sp>
      <p:sp>
        <p:nvSpPr>
          <p:cNvPr id="115"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16"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17"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Google Shape;178;p31"/>
          <p:cNvSpPr/>
          <p:nvPr/>
        </p:nvSpPr>
        <p:spPr>
          <a:xfrm>
            <a:off x="4709520" y="445680"/>
            <a:ext cx="3720960" cy="425160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19" name="Google Shape;179;p31"/>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20" name="Google Shape;180;p31"/>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21" name="Google Shape;181;p31"/>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
        <p:nvSpPr>
          <p:cNvPr id="122" name="PlaceHolder 1"/>
          <p:cNvSpPr>
            <a:spLocks noGrp="1"/>
          </p:cNvSpPr>
          <p:nvPr>
            <p:ph type="title"/>
          </p:nvPr>
        </p:nvSpPr>
        <p:spPr>
          <a:xfrm>
            <a:off x="714240" y="447840"/>
            <a:ext cx="3676320" cy="571320"/>
          </a:xfrm>
          <a:prstGeom prst="rect">
            <a:avLst/>
          </a:prstGeom>
          <a:noFill/>
          <a:ln w="0">
            <a:noFill/>
          </a:ln>
        </p:spPr>
        <p:txBody>
          <a:bodyPr lIns="91440" rIns="91440" tIns="91440" bIns="91440" anchor="t">
            <a:normAutofit fontScale="96177"/>
          </a:bodyPr>
          <a:p>
            <a:pPr indent="0">
              <a:lnSpc>
                <a:spcPct val="100000"/>
              </a:lnSpc>
              <a:buNone/>
              <a:tabLst>
                <a:tab algn="l" pos="0"/>
              </a:tabLst>
            </a:pPr>
            <a:r>
              <a:rPr b="0" lang="en" sz="2600" spc="-1" strike="noStrike">
                <a:solidFill>
                  <a:schemeClr val="dk1"/>
                </a:solidFill>
                <a:latin typeface="Inter Medium"/>
                <a:ea typeface="Inter Medium"/>
              </a:rPr>
              <a:t>User interaction capabilities</a:t>
            </a:r>
            <a:endParaRPr b="0" lang="fr-FR" sz="2600" spc="-1" strike="noStrike">
              <a:solidFill>
                <a:schemeClr val="dk1"/>
              </a:solidFill>
              <a:latin typeface="Arial"/>
            </a:endParaRPr>
          </a:p>
        </p:txBody>
      </p:sp>
      <p:sp>
        <p:nvSpPr>
          <p:cNvPr id="123" name="PlaceHolder 2"/>
          <p:cNvSpPr>
            <a:spLocks noGrp="1"/>
          </p:cNvSpPr>
          <p:nvPr>
            <p:ph type="subTitle"/>
          </p:nvPr>
        </p:nvSpPr>
        <p:spPr>
          <a:xfrm>
            <a:off x="714240" y="1743120"/>
            <a:ext cx="3676320" cy="21618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Aria is designed to facilitate seamless interactions through natural language processing, enabling users to communicate in everyday language. The AI assistant can understand and interpret commands, engage in dialogue, and respond appropriately to user inquiries, thus enhancing user experience through intuitive and accessible engagement.</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Privacy and security considerations</a:t>
            </a:r>
            <a:endParaRPr b="0" lang="fr-FR" sz="4000" spc="-1" strike="noStrike">
              <a:solidFill>
                <a:schemeClr val="dk1"/>
              </a:solidFill>
              <a:latin typeface="Arial"/>
            </a:endParaRPr>
          </a:p>
        </p:txBody>
      </p:sp>
      <p:sp>
        <p:nvSpPr>
          <p:cNvPr id="125"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With the rise of AI voice assistants, privacy and security have become critical concerns. Aria must implement robust data protection measures to safeguard personal information against unauthorized access and breaches. Transparency in data usage and providing users with control over their data are essential to maintaining trust and compliance with regulations.</a:t>
            </a:r>
            <a:endParaRPr b="0" lang="fr-FR" sz="1200" spc="-1" strike="noStrike">
              <a:solidFill>
                <a:srgbClr val="000000"/>
              </a:solidFill>
              <a:latin typeface="Arial"/>
            </a:endParaRPr>
          </a:p>
        </p:txBody>
      </p:sp>
      <p:sp>
        <p:nvSpPr>
          <p:cNvPr id="126"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27"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28"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Conclusions</a:t>
            </a:r>
            <a:endParaRPr b="0" lang="fr-FR" sz="4000" spc="-1" strike="noStrike">
              <a:solidFill>
                <a:schemeClr val="dk1"/>
              </a:solidFill>
              <a:latin typeface="Arial"/>
            </a:endParaRPr>
          </a:p>
        </p:txBody>
      </p:sp>
      <p:sp>
        <p:nvSpPr>
          <p:cNvPr id="130"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In conclusion, the integration of personal data in AI voice assistants like Aria significantly enhances their functionality by enabling tailored user experiences. However, it is imperative to balance these advancements with strong privacy and security practices to protect user data and foster trust.</a:t>
            </a:r>
            <a:endParaRPr b="0" lang="fr-FR" sz="1200" spc="-1" strike="noStrike">
              <a:solidFill>
                <a:srgbClr val="000000"/>
              </a:solidFill>
              <a:latin typeface="Arial"/>
            </a:endParaRPr>
          </a:p>
        </p:txBody>
      </p:sp>
      <p:sp>
        <p:nvSpPr>
          <p:cNvPr id="131"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32"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33"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714240" y="542880"/>
            <a:ext cx="4447800" cy="952200"/>
          </a:xfrm>
          <a:prstGeom prst="rect">
            <a:avLst/>
          </a:prstGeom>
          <a:noFill/>
          <a:ln w="0">
            <a:noFill/>
          </a:ln>
        </p:spPr>
        <p:txBody>
          <a:bodyPr lIns="91440" rIns="91440" tIns="91440" bIns="91440" anchor="b">
            <a:normAutofit/>
          </a:bodyPr>
          <a:p>
            <a:pPr indent="0">
              <a:lnSpc>
                <a:spcPct val="100000"/>
              </a:lnSpc>
              <a:buNone/>
              <a:tabLst>
                <a:tab algn="l" pos="0"/>
              </a:tabLst>
            </a:pPr>
            <a:r>
              <a:rPr b="0" lang="en" sz="5000" spc="-1" strike="noStrike">
                <a:solidFill>
                  <a:schemeClr val="lt1"/>
                </a:solidFill>
                <a:latin typeface="Inter Medium"/>
                <a:ea typeface="Inter Medium"/>
              </a:rPr>
              <a:t>Thank you!</a:t>
            </a:r>
            <a:endParaRPr b="0" lang="fr-FR" sz="5000" spc="-1" strike="noStrike">
              <a:solidFill>
                <a:schemeClr val="dk1"/>
              </a:solidFill>
              <a:latin typeface="Arial"/>
            </a:endParaRPr>
          </a:p>
        </p:txBody>
      </p:sp>
      <p:sp>
        <p:nvSpPr>
          <p:cNvPr id="135" name="PlaceHolder 2"/>
          <p:cNvSpPr>
            <a:spLocks noGrp="1"/>
          </p:cNvSpPr>
          <p:nvPr>
            <p:ph type="subTitle"/>
          </p:nvPr>
        </p:nvSpPr>
        <p:spPr>
          <a:xfrm>
            <a:off x="714240" y="1419120"/>
            <a:ext cx="4447800" cy="1047240"/>
          </a:xfrm>
          <a:prstGeom prst="rect">
            <a:avLst/>
          </a:prstGeom>
          <a:noFill/>
          <a:ln w="0">
            <a:noFill/>
          </a:ln>
        </p:spPr>
        <p:txBody>
          <a:bodyPr lIns="91440" rIns="91440" tIns="91440" bIns="91440" anchor="t">
            <a:normAutofit/>
          </a:bodyPr>
          <a:p>
            <a:pPr indent="0">
              <a:lnSpc>
                <a:spcPct val="100000"/>
              </a:lnSpc>
              <a:buNone/>
              <a:tabLst>
                <a:tab algn="l" pos="0"/>
              </a:tabLst>
            </a:pPr>
            <a:r>
              <a:rPr b="1" lang="en" sz="1400" spc="-1" strike="noStrike">
                <a:solidFill>
                  <a:schemeClr val="dk1"/>
                </a:solidFill>
                <a:latin typeface="Roboto"/>
                <a:ea typeface="Roboto"/>
              </a:rPr>
              <a:t>Do you have any questions?</a:t>
            </a:r>
            <a:endParaRPr b="0" lang="en-US" sz="1400" spc="-1" strike="noStrike">
              <a:solidFill>
                <a:srgbClr val="000000"/>
              </a:solidFill>
              <a:latin typeface="OpenSymbol"/>
            </a:endParaRPr>
          </a:p>
        </p:txBody>
      </p:sp>
      <p:sp>
        <p:nvSpPr>
          <p:cNvPr id="136" name="Google Shape;356;p42"/>
          <p:cNvSpPr/>
          <p:nvPr/>
        </p:nvSpPr>
        <p:spPr>
          <a:xfrm>
            <a:off x="714240" y="3905280"/>
            <a:ext cx="4152600" cy="342720"/>
          </a:xfrm>
          <a:prstGeom prst="rect">
            <a:avLst/>
          </a:prstGeom>
          <a:noFill/>
          <a:ln w="0">
            <a:noFill/>
          </a:ln>
        </p:spPr>
        <p:style>
          <a:lnRef idx="0"/>
          <a:fillRef idx="0"/>
          <a:effectRef idx="0"/>
          <a:fontRef idx="minor"/>
        </p:style>
        <p:txBody>
          <a:bodyPr lIns="870823080" rIns="870823080" tIns="171360" bIns="171360" anchor="t">
            <a:normAutofit fontScale="12222"/>
          </a:bodyPr>
          <a:p>
            <a:pPr defTabSz="914400">
              <a:lnSpc>
                <a:spcPct val="100000"/>
              </a:lnSpc>
              <a:tabLst>
                <a:tab algn="l" pos="0"/>
              </a:tabLst>
            </a:pPr>
            <a:r>
              <a:rPr b="0" lang="en" sz="1000" spc="-1" strike="noStrike">
                <a:solidFill>
                  <a:schemeClr val="dk1"/>
                </a:solidFill>
                <a:latin typeface="Arial"/>
              </a:rPr>
              <a:t>+91 620 421 838</a:t>
            </a:r>
            <a:endParaRPr b="0" lang="en-US" sz="1000" spc="-1" strike="noStrike">
              <a:solidFill>
                <a:srgbClr val="000000"/>
              </a:solidFill>
              <a:latin typeface="OpenSymbol"/>
            </a:endParaRPr>
          </a:p>
        </p:txBody>
      </p:sp>
      <p:sp>
        <p:nvSpPr>
          <p:cNvPr id="137" name="Google Shape;357;p42"/>
          <p:cNvSpPr/>
          <p:nvPr/>
        </p:nvSpPr>
        <p:spPr>
          <a:xfrm>
            <a:off x="749160" y="2674080"/>
            <a:ext cx="290880" cy="291240"/>
          </a:xfrm>
          <a:custGeom>
            <a:avLst/>
            <a:gdLst>
              <a:gd name="textAreaLeft" fmla="*/ 0 w 290880"/>
              <a:gd name="textAreaRight" fmla="*/ 291240 w 290880"/>
              <a:gd name="textAreaTop" fmla="*/ 0 h 291240"/>
              <a:gd name="textAreaBottom" fmla="*/ 291600 h 291240"/>
            </a:gdLst>
            <a:ah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nvGrpSpPr>
          <p:cNvPr id="138" name="Google Shape;358;p42"/>
          <p:cNvGrpSpPr/>
          <p:nvPr/>
        </p:nvGrpSpPr>
        <p:grpSpPr>
          <a:xfrm>
            <a:off x="1183320" y="2673360"/>
            <a:ext cx="287640" cy="292320"/>
            <a:chOff x="1183320" y="2673360"/>
            <a:chExt cx="287640" cy="292320"/>
          </a:xfrm>
        </p:grpSpPr>
        <p:sp>
          <p:nvSpPr>
            <p:cNvPr id="139" name="Google Shape;359;p42"/>
            <p:cNvSpPr/>
            <p:nvPr/>
          </p:nvSpPr>
          <p:spPr>
            <a:xfrm>
              <a:off x="1183320" y="2673360"/>
              <a:ext cx="287640" cy="292320"/>
            </a:xfrm>
            <a:custGeom>
              <a:avLst/>
              <a:gdLst>
                <a:gd name="textAreaLeft" fmla="*/ 0 w 287640"/>
                <a:gd name="textAreaRight" fmla="*/ 288000 w 287640"/>
                <a:gd name="textAreaTop" fmla="*/ 0 h 292320"/>
                <a:gd name="textAreaBottom" fmla="*/ 292680 h 292320"/>
              </a:gdLst>
              <a:ah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0" name="Google Shape;360;p42"/>
            <p:cNvSpPr/>
            <p:nvPr/>
          </p:nvSpPr>
          <p:spPr>
            <a:xfrm>
              <a:off x="1236960" y="2728800"/>
              <a:ext cx="178920" cy="181800"/>
            </a:xfrm>
            <a:custGeom>
              <a:avLst/>
              <a:gdLst>
                <a:gd name="textAreaLeft" fmla="*/ 0 w 178920"/>
                <a:gd name="textAreaRight" fmla="*/ 179280 w 178920"/>
                <a:gd name="textAreaTop" fmla="*/ 0 h 181800"/>
                <a:gd name="textAreaBottom" fmla="*/ 182160 h 181800"/>
              </a:gdLst>
              <a:ah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fillRef idx="0"/>
            <a:effectRef idx="0"/>
            <a:fontRef idx="minor"/>
          </p:style>
          <p:txBody>
            <a:bodyPr tIns="91080" bIns="91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1" name="Google Shape;361;p42"/>
            <p:cNvSpPr/>
            <p:nvPr/>
          </p:nvSpPr>
          <p:spPr>
            <a:xfrm>
              <a:off x="1278720" y="2772000"/>
              <a:ext cx="95040" cy="95040"/>
            </a:xfrm>
            <a:custGeom>
              <a:avLst/>
              <a:gdLst>
                <a:gd name="textAreaLeft" fmla="*/ 0 w 95040"/>
                <a:gd name="textAreaRight" fmla="*/ 95400 w 95040"/>
                <a:gd name="textAreaTop" fmla="*/ 0 h 95040"/>
                <a:gd name="textAreaBottom" fmla="*/ 95400 h 95040"/>
              </a:gdLst>
              <a:ah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2" name="Google Shape;362;p42"/>
            <p:cNvSpPr/>
            <p:nvPr/>
          </p:nvSpPr>
          <p:spPr>
            <a:xfrm>
              <a:off x="1362960" y="2752200"/>
              <a:ext cx="24120" cy="24480"/>
            </a:xfrm>
            <a:custGeom>
              <a:avLst/>
              <a:gdLst>
                <a:gd name="textAreaLeft" fmla="*/ 0 w 24120"/>
                <a:gd name="textAreaRight" fmla="*/ 24480 w 24120"/>
                <a:gd name="textAreaTop" fmla="*/ 0 h 24480"/>
                <a:gd name="textAreaBottom" fmla="*/ 24840 h 24480"/>
              </a:gdLst>
              <a:ah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fillRef idx="0"/>
            <a:effectRef idx="0"/>
            <a:fontRef idx="minor"/>
          </p:style>
          <p:txBody>
            <a:bodyPr tIns="12240" bIns="1224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43" name="Google Shape;363;p42"/>
          <p:cNvGrpSpPr/>
          <p:nvPr/>
        </p:nvGrpSpPr>
        <p:grpSpPr>
          <a:xfrm>
            <a:off x="1625400" y="2673360"/>
            <a:ext cx="292320" cy="292320"/>
            <a:chOff x="1625400" y="2673360"/>
            <a:chExt cx="292320" cy="292320"/>
          </a:xfrm>
        </p:grpSpPr>
        <p:sp>
          <p:nvSpPr>
            <p:cNvPr id="144" name="Google Shape;364;p42"/>
            <p:cNvSpPr/>
            <p:nvPr/>
          </p:nvSpPr>
          <p:spPr>
            <a:xfrm>
              <a:off x="1625400" y="2673360"/>
              <a:ext cx="292320" cy="292320"/>
            </a:xfrm>
            <a:custGeom>
              <a:avLst/>
              <a:gdLst>
                <a:gd name="textAreaLeft" fmla="*/ 0 w 292320"/>
                <a:gd name="textAreaRight" fmla="*/ 292680 w 292320"/>
                <a:gd name="textAreaTop" fmla="*/ 0 h 292320"/>
                <a:gd name="textAreaBottom" fmla="*/ 292680 h 292320"/>
              </a:gdLst>
              <a:ah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5" name="Google Shape;365;p42"/>
            <p:cNvSpPr/>
            <p:nvPr/>
          </p:nvSpPr>
          <p:spPr>
            <a:xfrm>
              <a:off x="1692720" y="2790720"/>
              <a:ext cx="39960" cy="101520"/>
            </a:xfrm>
            <a:custGeom>
              <a:avLst/>
              <a:gdLst>
                <a:gd name="textAreaLeft" fmla="*/ 0 w 39960"/>
                <a:gd name="textAreaRight" fmla="*/ 40320 w 39960"/>
                <a:gd name="textAreaTop" fmla="*/ 0 h 101520"/>
                <a:gd name="textAreaBottom" fmla="*/ 101880 h 101520"/>
              </a:gdLst>
              <a:ah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6" name="Google Shape;366;p42"/>
            <p:cNvSpPr/>
            <p:nvPr/>
          </p:nvSpPr>
          <p:spPr>
            <a:xfrm>
              <a:off x="1686600" y="2734920"/>
              <a:ext cx="46080" cy="46080"/>
            </a:xfrm>
            <a:custGeom>
              <a:avLst/>
              <a:gdLst>
                <a:gd name="textAreaLeft" fmla="*/ 0 w 46080"/>
                <a:gd name="textAreaRight" fmla="*/ 46440 w 46080"/>
                <a:gd name="textAreaTop" fmla="*/ 0 h 46080"/>
                <a:gd name="textAreaBottom" fmla="*/ 46440 h 46080"/>
              </a:gdLst>
              <a:ah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fillRef idx="0"/>
            <a:effectRef idx="0"/>
            <a:fontRef idx="minor"/>
          </p:style>
          <p:txBody>
            <a:bodyPr tIns="23040" bIns="230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7" name="Google Shape;367;p42"/>
            <p:cNvSpPr/>
            <p:nvPr/>
          </p:nvSpPr>
          <p:spPr>
            <a:xfrm>
              <a:off x="1754280" y="2790720"/>
              <a:ext cx="108000" cy="101520"/>
            </a:xfrm>
            <a:custGeom>
              <a:avLst/>
              <a:gdLst>
                <a:gd name="textAreaLeft" fmla="*/ 0 w 108000"/>
                <a:gd name="textAreaRight" fmla="*/ 108360 w 108000"/>
                <a:gd name="textAreaTop" fmla="*/ 0 h 101520"/>
                <a:gd name="textAreaBottom" fmla="*/ 101880 h 101520"/>
              </a:gdLst>
              <a:ah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48" name="Google Shape;368;p42"/>
          <p:cNvGrpSpPr/>
          <p:nvPr/>
        </p:nvGrpSpPr>
        <p:grpSpPr>
          <a:xfrm>
            <a:off x="2055240" y="2673360"/>
            <a:ext cx="292320" cy="292320"/>
            <a:chOff x="2055240" y="2673360"/>
            <a:chExt cx="292320" cy="292320"/>
          </a:xfrm>
        </p:grpSpPr>
        <p:sp>
          <p:nvSpPr>
            <p:cNvPr id="149" name="Google Shape;369;p42"/>
            <p:cNvSpPr/>
            <p:nvPr/>
          </p:nvSpPr>
          <p:spPr>
            <a:xfrm>
              <a:off x="2120760" y="2737080"/>
              <a:ext cx="161640" cy="165240"/>
            </a:xfrm>
            <a:custGeom>
              <a:avLst/>
              <a:gdLst>
                <a:gd name="textAreaLeft" fmla="*/ 0 w 161640"/>
                <a:gd name="textAreaRight" fmla="*/ 162000 w 161640"/>
                <a:gd name="textAreaTop" fmla="*/ 0 h 165240"/>
                <a:gd name="textAreaBottom" fmla="*/ 165600 h 165240"/>
              </a:gdLst>
              <a:ahLst/>
              <a:rect l="textAreaLeft" t="textAreaTop" r="textAreaRight" b="textAreaBottom"/>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50" name="Google Shape;370;p42"/>
            <p:cNvSpPr/>
            <p:nvPr/>
          </p:nvSpPr>
          <p:spPr>
            <a:xfrm>
              <a:off x="2055240" y="2673360"/>
              <a:ext cx="292320" cy="292320"/>
            </a:xfrm>
            <a:custGeom>
              <a:avLst/>
              <a:gdLst>
                <a:gd name="textAreaLeft" fmla="*/ 0 w 292320"/>
                <a:gd name="textAreaRight" fmla="*/ 292680 w 292320"/>
                <a:gd name="textAreaTop" fmla="*/ 0 h 292320"/>
                <a:gd name="textAreaBottom" fmla="*/ 292680 h 292320"/>
              </a:gdLst>
              <a:ah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51" name="Google Shape;371;p42"/>
          <p:cNvSpPr/>
          <p:nvPr/>
        </p:nvSpPr>
        <p:spPr>
          <a:xfrm>
            <a:off x="134316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r>
              <a:rPr b="0" lang="en" sz="700" spc="-1" strike="noStrike">
                <a:solidFill>
                  <a:schemeClr val="dk1"/>
                </a:solidFill>
                <a:latin typeface="Arial"/>
              </a:rPr>
              <a:t>www.yourwebsite.com</a:t>
            </a:r>
            <a:endParaRPr b="0" lang="en-US" sz="700" spc="-1" strike="noStrike">
              <a:solidFill>
                <a:srgbClr val="000000"/>
              </a:solidFill>
              <a:latin typeface="OpenSymbol"/>
            </a:endParaRPr>
          </a:p>
        </p:txBody>
      </p:sp>
      <p:sp>
        <p:nvSpPr>
          <p:cNvPr id="152" name="Google Shape;372;p42"/>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000000"/>
              </a:solidFill>
              <a:latin typeface="OpenSymbol"/>
            </a:endParaRPr>
          </a:p>
        </p:txBody>
      </p:sp>
      <p:sp>
        <p:nvSpPr>
          <p:cNvPr id="153" name="Google Shape;373;p42"/>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2025-05-01T01:54:47Z</dcterms:created>
  <dc:creator>Unknown Creator</dc:creator>
  <dc:description/>
  <dc:language>en-US</dc:language>
  <cp:lastModifiedBy>Unknown Creator</cp:lastModifiedBy>
  <dcterms:modified xsi:type="dcterms:W3CDTF">2025-05-01T01:54:47Z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